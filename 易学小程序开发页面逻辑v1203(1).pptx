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62" r:id="rId7"/>
    <p:sldId id="261" r:id="rId8"/>
    <p:sldId id="264" r:id="rId9"/>
    <p:sldId id="263" r:id="rId10"/>
    <p:sldId id="260" r:id="rId11"/>
    <p:sldId id="265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1" d="100"/>
          <a:sy n="61" d="100"/>
        </p:scale>
        <p:origin x="78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AAAC4-7D5C-4A1A-885B-92BCBEA76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C0C99-0D61-4DC9-8FF8-4D07EFCE15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25214" y="998483"/>
            <a:ext cx="8544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第一页：封面页</a:t>
            </a:r>
            <a:endParaRPr lang="zh-CN" altLang="en-US" sz="2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725214" y="1521703"/>
            <a:ext cx="7367752" cy="1698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中信保诚</a:t>
            </a:r>
            <a:r>
              <a:rPr lang="en-US" altLang="zh-CN" sz="2400" dirty="0"/>
              <a:t>logo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主题视觉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主题内容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725214" y="3989394"/>
            <a:ext cx="8544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第二页：输入页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725214" y="4685409"/>
            <a:ext cx="1139321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出生年月日时，保留出生地（出生地具体到地级市即可）和真太阳时选项</a:t>
            </a:r>
            <a:endParaRPr lang="zh-CN" altLang="en-US" sz="2400" b="1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需有是否夏令时选项，以及夏令时和真太阳时的矫正功能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25214" y="998483"/>
            <a:ext cx="8544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第三页：动态页（</a:t>
            </a:r>
            <a:r>
              <a:rPr lang="en-US" altLang="zh-CN" sz="2800" b="1" dirty="0"/>
              <a:t>1s-2s</a:t>
            </a:r>
            <a:r>
              <a:rPr lang="zh-CN" altLang="en-US" sz="2800" b="1" dirty="0"/>
              <a:t>）</a:t>
            </a:r>
            <a:endParaRPr lang="zh-CN" altLang="en-US" sz="2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725214" y="1669908"/>
            <a:ext cx="11098924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作用：让使用者感觉正在后台演算的过程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/>
              <a:t>UI</a:t>
            </a:r>
            <a:r>
              <a:rPr lang="zh-CN" altLang="en-US" sz="2400" dirty="0"/>
              <a:t>呈现：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）类似八卦方位图在旋转（用后天八卦图）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）文字依次显示：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正在生成您的命盘</a:t>
            </a:r>
            <a:r>
              <a:rPr lang="en-US" altLang="zh-CN" sz="2400" dirty="0"/>
              <a:t>…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正在生成您的性格特质</a:t>
            </a:r>
            <a:r>
              <a:rPr lang="en-US" altLang="zh-CN" sz="2400" dirty="0"/>
              <a:t>…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正在生成您的命格喜忌</a:t>
            </a:r>
            <a:r>
              <a:rPr lang="en-US" altLang="zh-CN" sz="2400" dirty="0"/>
              <a:t>…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正在生成您的乙巳年批语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25214" y="998483"/>
            <a:ext cx="8544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第四页：排盘页</a:t>
            </a:r>
            <a:endParaRPr lang="zh-CN" altLang="en-US" sz="2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725214" y="1855131"/>
            <a:ext cx="736775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排盘</a:t>
            </a:r>
            <a:endParaRPr lang="en-US" altLang="zh-CN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630619" y="2445164"/>
            <a:ext cx="7462347" cy="3084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）生成四柱和</a:t>
            </a:r>
            <a:r>
              <a:rPr lang="zh-CN" altLang="en-US" sz="2000" b="1" dirty="0">
                <a:solidFill>
                  <a:srgbClr val="C00000"/>
                </a:solidFill>
              </a:rPr>
              <a:t>十神</a:t>
            </a:r>
            <a:r>
              <a:rPr lang="zh-CN" altLang="en-US" sz="2000" dirty="0"/>
              <a:t>，天干合地支都列出十神。地支标出藏干，藏干不必列出十神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）生成大运和流年，大运在下方整体排出来，大运和流年一起呈现在原局的后面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）标出纳音五行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69" b="30924"/>
          <a:stretch>
            <a:fillRect/>
          </a:stretch>
        </p:blipFill>
        <p:spPr>
          <a:xfrm>
            <a:off x="8492599" y="536027"/>
            <a:ext cx="3163373" cy="357351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511863" y="4393325"/>
            <a:ext cx="116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参考图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30618" y="5791200"/>
            <a:ext cx="11309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Ps:</a:t>
            </a:r>
            <a:r>
              <a:rPr lang="zh-CN" altLang="en-US" sz="2400" b="1" dirty="0">
                <a:solidFill>
                  <a:srgbClr val="C00000"/>
                </a:solidFill>
              </a:rPr>
              <a:t>本页所提到的天干地支的十神取用规则在下一页，有一些特殊，请注意看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7175" y="540757"/>
            <a:ext cx="11483340" cy="4755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/>
              <a:t>上一页提到的天干和地支的十神如何确定</a:t>
            </a:r>
            <a:endParaRPr lang="zh-CN" altLang="en-US" sz="2800" b="1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天干层面：</a:t>
            </a:r>
            <a:r>
              <a:rPr lang="zh-CN" altLang="en-US" dirty="0"/>
              <a:t>同阴同阳为同性，阴阳相异为异性：我生的同性为食神、我生的异性为伤官；</a:t>
            </a:r>
            <a:r>
              <a:rPr lang="zh-CN" altLang="en-US" b="1" dirty="0">
                <a:solidFill>
                  <a:srgbClr val="C00000"/>
                </a:solidFill>
              </a:rPr>
              <a:t>我克的同性为正财，我克的异性为偏财；</a:t>
            </a:r>
            <a:r>
              <a:rPr lang="zh-CN" altLang="en-US" dirty="0"/>
              <a:t>生我的同性为枭神，生我的异性为正印；克我的同性为七杀，克我的异性为正官；同我的同性为比肩，异我的同类为劫财</a:t>
            </a:r>
            <a:endParaRPr lang="zh-CN" altLang="en-US" dirty="0"/>
          </a:p>
          <a:p>
            <a:pPr>
              <a:lnSpc>
                <a:spcPct val="200000"/>
              </a:lnSpc>
            </a:pPr>
            <a:endParaRPr lang="zh-CN" altLang="en-US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地支层面：</a:t>
            </a:r>
            <a:r>
              <a:rPr lang="zh-CN" altLang="en-US" b="1" dirty="0">
                <a:solidFill>
                  <a:srgbClr val="C00000"/>
                </a:solidFill>
              </a:rPr>
              <a:t>看能否和日干组合（即各地支是否能和日主组合成</a:t>
            </a:r>
            <a:r>
              <a:rPr lang="en-US" altLang="zh-CN" b="1" dirty="0">
                <a:solidFill>
                  <a:srgbClr val="C00000"/>
                </a:solidFill>
              </a:rPr>
              <a:t>60</a:t>
            </a:r>
            <a:r>
              <a:rPr lang="zh-CN" altLang="en-US" b="1" dirty="0">
                <a:solidFill>
                  <a:srgbClr val="C00000"/>
                </a:solidFill>
              </a:rPr>
              <a:t>甲子）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b="1" dirty="0"/>
              <a:t>如果可以组合的</a:t>
            </a:r>
            <a:r>
              <a:rPr lang="zh-CN" altLang="en-US" dirty="0"/>
              <a:t>，生我的为正印，克我的为七杀，我生的为伤官，我克的为正财，我同的为比肩；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b="1" dirty="0"/>
              <a:t>如果不能组合的</a:t>
            </a:r>
            <a:r>
              <a:rPr lang="zh-CN" altLang="en-US" dirty="0"/>
              <a:t>，生我的为枭神，克我的为正官，我生的为食神，我克的为偏财，我同的为劫财。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66458" y="5516750"/>
            <a:ext cx="7662042" cy="1204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注：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正神：正官、正印、正财、食神、比肩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偏神：七杀、枭神、偏财、伤官、劫财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15007" y="255656"/>
            <a:ext cx="8544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第四页：排盘页</a:t>
            </a:r>
            <a:endParaRPr lang="zh-CN" altLang="en-US" sz="2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515006" y="754262"/>
            <a:ext cx="736775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2. </a:t>
            </a:r>
            <a:r>
              <a:rPr lang="zh-CN" altLang="en-US" sz="2400" dirty="0"/>
              <a:t>生克图</a:t>
            </a:r>
            <a:endParaRPr lang="en-US" altLang="zh-CN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193" y="380828"/>
            <a:ext cx="2540110" cy="26392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7199" y="2255635"/>
            <a:ext cx="11531293" cy="378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如何计算最少：</a:t>
            </a:r>
            <a:r>
              <a:rPr lang="zh-CN" altLang="en-US" b="1" dirty="0">
                <a:solidFill>
                  <a:srgbClr val="C00000"/>
                </a:solidFill>
              </a:rPr>
              <a:t>（只数八字，不数藏干）</a:t>
            </a:r>
            <a:endParaRPr lang="zh-CN" altLang="en-US" b="1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第一步：先看原局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直接数数量，看哪个五行最少</a:t>
            </a:r>
            <a:r>
              <a:rPr lang="en-US" altLang="zh-CN" dirty="0"/>
              <a:t>2. </a:t>
            </a:r>
            <a:r>
              <a:rPr lang="zh-CN" altLang="en-US" dirty="0"/>
              <a:t>如出现原局五行缺失一种，则以缺失元素论最少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3. </a:t>
            </a:r>
            <a:r>
              <a:rPr lang="zh-CN" altLang="en-US" dirty="0"/>
              <a:t>如果出现原局五行缺失两种及两种以上的情况，直接跳转到</a:t>
            </a:r>
            <a:r>
              <a:rPr lang="zh-CN" altLang="en-US" b="1" dirty="0">
                <a:solidFill>
                  <a:srgbClr val="C00000"/>
                </a:solidFill>
              </a:rPr>
              <a:t>“看大运”</a:t>
            </a:r>
            <a:r>
              <a:rPr lang="zh-CN" altLang="en-US" dirty="0"/>
              <a:t>所涉及方法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4.</a:t>
            </a:r>
            <a:r>
              <a:rPr lang="zh-CN" altLang="en-US" dirty="0"/>
              <a:t>如果五行未缺失，但数量最少者出现并列的情况，则：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a</a:t>
            </a:r>
            <a:r>
              <a:rPr lang="zh-CN" altLang="en-US" dirty="0"/>
              <a:t>、看并列最少的五行里，哪个五行有更少的天干，则此五行为最少</a:t>
            </a:r>
            <a:r>
              <a:rPr lang="zh-CN" altLang="en-US" dirty="0">
                <a:solidFill>
                  <a:srgbClr val="C00000"/>
                </a:solidFill>
              </a:rPr>
              <a:t>（</a:t>
            </a:r>
            <a:r>
              <a:rPr lang="zh-CN" altLang="en-US" b="1" dirty="0">
                <a:solidFill>
                  <a:srgbClr val="C00000"/>
                </a:solidFill>
              </a:rPr>
              <a:t>透干少者为少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r>
              <a:rPr lang="zh-CN" altLang="en-US" dirty="0"/>
              <a:t>；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b</a:t>
            </a:r>
            <a:r>
              <a:rPr lang="zh-CN" altLang="en-US" dirty="0"/>
              <a:t>、如果天干和地支数量均一样多，则看哪个五行的天干透出的是</a:t>
            </a:r>
            <a:r>
              <a:rPr lang="zh-CN" altLang="en-US" b="1" dirty="0">
                <a:solidFill>
                  <a:srgbClr val="C00000"/>
                </a:solidFill>
              </a:rPr>
              <a:t>正类十神</a:t>
            </a:r>
            <a:r>
              <a:rPr lang="zh-CN" altLang="en-US" dirty="0"/>
              <a:t>，则此五行为最少，如果天干透出的均为正类或偏类十神，则看地支的十神，哪种地支是</a:t>
            </a:r>
            <a:r>
              <a:rPr lang="zh-CN" altLang="en-US" b="1" dirty="0">
                <a:solidFill>
                  <a:srgbClr val="C00000"/>
                </a:solidFill>
              </a:rPr>
              <a:t>正类十神</a:t>
            </a:r>
            <a:r>
              <a:rPr lang="zh-CN" altLang="en-US" dirty="0"/>
              <a:t>，则此五行为最少；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c</a:t>
            </a:r>
            <a:r>
              <a:rPr lang="zh-CN" altLang="en-US" dirty="0"/>
              <a:t>、如果透出天干和地支的均为正类或者偏类，则看大运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57199" y="1277482"/>
            <a:ext cx="8660525" cy="978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根据以下计算逻辑，计算出每人八字中，五行占比</a:t>
            </a:r>
            <a:r>
              <a:rPr lang="zh-CN" altLang="en-US" sz="2400" b="1" dirty="0">
                <a:solidFill>
                  <a:srgbClr val="C00000"/>
                </a:solidFill>
              </a:rPr>
              <a:t>最多</a:t>
            </a:r>
            <a:r>
              <a:rPr lang="zh-CN" altLang="en-US" sz="1600" b="1" dirty="0">
                <a:solidFill>
                  <a:srgbClr val="C00000"/>
                </a:solidFill>
              </a:rPr>
              <a:t>和</a:t>
            </a:r>
            <a:r>
              <a:rPr lang="zh-CN" altLang="en-US" sz="2400" b="1" dirty="0">
                <a:solidFill>
                  <a:srgbClr val="C00000"/>
                </a:solidFill>
              </a:rPr>
              <a:t>最少</a:t>
            </a:r>
            <a:r>
              <a:rPr lang="zh-CN" altLang="en-US" sz="1600" b="1" dirty="0">
                <a:solidFill>
                  <a:srgbClr val="C00000"/>
                </a:solidFill>
              </a:rPr>
              <a:t>的元素，并以此为依据输出最终结果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1945" y="631146"/>
            <a:ext cx="10174014" cy="143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第二步：看大运</a:t>
            </a:r>
            <a:endParaRPr lang="zh-CN" altLang="en-US" sz="2400" b="1" dirty="0"/>
          </a:p>
          <a:p>
            <a:pPr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先将当下大运中的天干和地支五行加入原局进行计算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如果当下大运中的天干和地支五行数量一样，则看上一步大运中的大运，以此类推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46841" y="387974"/>
            <a:ext cx="11277600" cy="5913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如何计算最多：</a:t>
            </a:r>
            <a:r>
              <a:rPr lang="zh-CN" altLang="en-US" sz="2000" b="1" dirty="0">
                <a:solidFill>
                  <a:srgbClr val="C00000"/>
                </a:solidFill>
              </a:rPr>
              <a:t>（只数八字，不数藏干）</a:t>
            </a:r>
            <a:endParaRPr lang="zh-CN" altLang="en-US" sz="2000" b="1" dirty="0"/>
          </a:p>
          <a:p>
            <a:pPr>
              <a:lnSpc>
                <a:spcPct val="150000"/>
              </a:lnSpc>
            </a:pPr>
            <a:r>
              <a:rPr lang="zh-CN" altLang="en-US" sz="1800" b="1" dirty="0"/>
              <a:t>第一步：先看原局</a:t>
            </a:r>
            <a:endParaRPr lang="zh-CN" altLang="en-US" sz="1800" b="1" dirty="0"/>
          </a:p>
          <a:p>
            <a:pPr>
              <a:lnSpc>
                <a:spcPct val="150000"/>
              </a:lnSpc>
            </a:pPr>
            <a:r>
              <a:rPr lang="en-US" altLang="zh-CN" sz="1800" dirty="0"/>
              <a:t>1.</a:t>
            </a:r>
            <a:r>
              <a:rPr lang="zh-CN" altLang="en-US" sz="1800" dirty="0"/>
              <a:t>直接数数量，看哪个五行最多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r>
              <a:rPr lang="en-US" altLang="zh-CN" sz="1800" dirty="0"/>
              <a:t>2.</a:t>
            </a:r>
            <a:r>
              <a:rPr lang="zh-CN" altLang="en-US" sz="1800" dirty="0"/>
              <a:t>如果最多的出现并列的情况：</a:t>
            </a:r>
            <a:endParaRPr lang="zh-CN" altLang="en-US" sz="1800" dirty="0"/>
          </a:p>
          <a:p>
            <a:pPr>
              <a:lnSpc>
                <a:spcPct val="150000"/>
              </a:lnSpc>
            </a:pPr>
            <a:r>
              <a:rPr lang="en-US" altLang="zh-CN" sz="1800" dirty="0"/>
              <a:t>a</a:t>
            </a:r>
            <a:r>
              <a:rPr lang="zh-CN" altLang="en-US" sz="1800" dirty="0"/>
              <a:t>、看并列最多的五行里，哪个五行有更多的天干，则此五行为最多</a:t>
            </a:r>
            <a:r>
              <a:rPr lang="zh-CN" altLang="en-US" sz="1800" b="1" dirty="0">
                <a:solidFill>
                  <a:srgbClr val="C00000"/>
                </a:solidFill>
              </a:rPr>
              <a:t>（透干多者为多）</a:t>
            </a:r>
            <a:r>
              <a:rPr lang="zh-CN" altLang="en-US" sz="1800" dirty="0"/>
              <a:t>；</a:t>
            </a:r>
            <a:endParaRPr lang="zh-CN" altLang="en-US" sz="1800" dirty="0"/>
          </a:p>
          <a:p>
            <a:pPr>
              <a:lnSpc>
                <a:spcPct val="150000"/>
              </a:lnSpc>
            </a:pPr>
            <a:r>
              <a:rPr lang="en-US" altLang="zh-CN" sz="1800" dirty="0"/>
              <a:t>b</a:t>
            </a:r>
            <a:r>
              <a:rPr lang="zh-CN" altLang="en-US" sz="1800" dirty="0"/>
              <a:t>、如果天干和地支数量均一样多，则看哪个五行的</a:t>
            </a:r>
            <a:r>
              <a:rPr lang="zh-CN" altLang="en-US" sz="1800" b="1" dirty="0">
                <a:solidFill>
                  <a:srgbClr val="C00000"/>
                </a:solidFill>
              </a:rPr>
              <a:t>天干</a:t>
            </a:r>
            <a:r>
              <a:rPr lang="zh-CN" altLang="en-US" sz="1800" dirty="0"/>
              <a:t>透出的是</a:t>
            </a:r>
            <a:r>
              <a:rPr lang="zh-CN" altLang="en-US" sz="1800" b="1" dirty="0">
                <a:solidFill>
                  <a:srgbClr val="C00000"/>
                </a:solidFill>
              </a:rPr>
              <a:t>偏类十神</a:t>
            </a:r>
            <a:r>
              <a:rPr lang="zh-CN" altLang="en-US" sz="1800" dirty="0"/>
              <a:t>，则此五行为最多；如果天干透出的均为正类或偏类十神，则看</a:t>
            </a:r>
            <a:r>
              <a:rPr lang="zh-CN" altLang="en-US" sz="1800" b="1" dirty="0">
                <a:solidFill>
                  <a:srgbClr val="C00000"/>
                </a:solidFill>
              </a:rPr>
              <a:t>地支</a:t>
            </a:r>
            <a:r>
              <a:rPr lang="zh-CN" altLang="en-US" sz="1800" dirty="0"/>
              <a:t>的十神，哪种地支是</a:t>
            </a:r>
            <a:r>
              <a:rPr lang="zh-CN" altLang="en-US" sz="1800" b="1" dirty="0">
                <a:solidFill>
                  <a:srgbClr val="C00000"/>
                </a:solidFill>
              </a:rPr>
              <a:t>偏类十神</a:t>
            </a:r>
            <a:r>
              <a:rPr lang="zh-CN" altLang="en-US" sz="1800" dirty="0"/>
              <a:t>，则此五行为最多；</a:t>
            </a:r>
            <a:endParaRPr lang="zh-CN" altLang="en-US" sz="1800" dirty="0"/>
          </a:p>
          <a:p>
            <a:pPr>
              <a:lnSpc>
                <a:spcPct val="150000"/>
              </a:lnSpc>
            </a:pPr>
            <a:r>
              <a:rPr lang="en-US" altLang="zh-CN" sz="1800" dirty="0"/>
              <a:t>c</a:t>
            </a:r>
            <a:r>
              <a:rPr lang="zh-CN" altLang="en-US" sz="1800" dirty="0"/>
              <a:t>、如果透出天干和地支的均为正类或者偏类，则看大运</a:t>
            </a:r>
            <a:endParaRPr lang="zh-CN" altLang="en-US" sz="1800" dirty="0"/>
          </a:p>
          <a:p>
            <a:pPr>
              <a:lnSpc>
                <a:spcPct val="150000"/>
              </a:lnSpc>
            </a:pPr>
            <a:r>
              <a:rPr lang="zh-CN" altLang="en-US" sz="1800" b="1" dirty="0"/>
              <a:t>第二步：看大运</a:t>
            </a:r>
            <a:endParaRPr lang="zh-CN" altLang="en-US" sz="1800" b="1" dirty="0"/>
          </a:p>
          <a:p>
            <a:pPr>
              <a:lnSpc>
                <a:spcPct val="150000"/>
              </a:lnSpc>
            </a:pPr>
            <a:r>
              <a:rPr lang="en-US" altLang="zh-CN" sz="1800" dirty="0"/>
              <a:t>1.</a:t>
            </a:r>
            <a:r>
              <a:rPr lang="zh-CN" altLang="en-US" sz="1800" dirty="0"/>
              <a:t>先将当下大运中的天干和地支五行加入原局进行计算</a:t>
            </a:r>
            <a:endParaRPr lang="zh-CN" altLang="en-US" sz="1800" dirty="0"/>
          </a:p>
          <a:p>
            <a:pPr>
              <a:lnSpc>
                <a:spcPct val="150000"/>
              </a:lnSpc>
            </a:pPr>
            <a:r>
              <a:rPr lang="en-US" altLang="zh-CN" sz="1800" dirty="0"/>
              <a:t>2.</a:t>
            </a:r>
            <a:r>
              <a:rPr lang="zh-CN" altLang="en-US" sz="1800" dirty="0"/>
              <a:t>如果当下大运中的天干和地支五行数量一样，则看上一步大运中的大运，以此类推</a:t>
            </a:r>
            <a:endParaRPr lang="zh-CN" altLang="en-US" sz="1800" dirty="0"/>
          </a:p>
          <a:p>
            <a:pPr>
              <a:lnSpc>
                <a:spcPct val="150000"/>
              </a:lnSpc>
            </a:pPr>
            <a:r>
              <a:rPr lang="zh-CN" altLang="en-US" sz="1800" b="1" dirty="0"/>
              <a:t>第三步：看月令</a:t>
            </a:r>
            <a:endParaRPr lang="en-US" altLang="zh-CN" sz="1800" b="1" dirty="0"/>
          </a:p>
          <a:p>
            <a:pPr>
              <a:lnSpc>
                <a:spcPct val="150000"/>
              </a:lnSpc>
            </a:pPr>
            <a:r>
              <a:rPr lang="zh-CN" altLang="en-US" sz="1800" dirty="0"/>
              <a:t>如果</a:t>
            </a:r>
            <a:r>
              <a:rPr lang="zh-CN" altLang="en-US" b="1" dirty="0">
                <a:solidFill>
                  <a:srgbClr val="C00000"/>
                </a:solidFill>
              </a:rPr>
              <a:t>原局</a:t>
            </a:r>
            <a:r>
              <a:rPr lang="zh-CN" altLang="en-US" sz="1800" dirty="0"/>
              <a:t>某种五行数量</a:t>
            </a:r>
            <a:r>
              <a:rPr lang="zh-CN" altLang="en-US" sz="1800" b="1" dirty="0">
                <a:solidFill>
                  <a:srgbClr val="C00000"/>
                </a:solidFill>
              </a:rPr>
              <a:t>大于等于</a:t>
            </a:r>
            <a:r>
              <a:rPr lang="en-US" altLang="zh-CN" sz="1800" b="1" dirty="0">
                <a:solidFill>
                  <a:srgbClr val="C00000"/>
                </a:solidFill>
              </a:rPr>
              <a:t>4</a:t>
            </a:r>
            <a:r>
              <a:rPr lang="zh-CN" altLang="en-US" sz="1800" b="1" dirty="0">
                <a:solidFill>
                  <a:srgbClr val="C00000"/>
                </a:solidFill>
              </a:rPr>
              <a:t>个</a:t>
            </a:r>
            <a:r>
              <a:rPr lang="zh-CN" altLang="en-US" sz="1800" dirty="0"/>
              <a:t>，则要进行判定：如果月令上为此五行，</a:t>
            </a:r>
            <a:r>
              <a:rPr lang="zh-CN" altLang="en-US" sz="1800" b="1" dirty="0"/>
              <a:t>反而以少来论，优先级高于原本最少。</a:t>
            </a:r>
            <a:endParaRPr lang="zh-CN" altLang="en-US" sz="18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57352" y="865256"/>
            <a:ext cx="8544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第五页：结果输出页</a:t>
            </a:r>
            <a:endParaRPr lang="zh-CN" altLang="en-US" sz="2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441434" y="1700435"/>
            <a:ext cx="9010759" cy="3544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b="1" dirty="0"/>
              <a:t>性格特质：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按最多最少输出对应五行元素特点。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）按之前逻辑计算出占比最多的元素，则显示此元素相对应的缺点，最少显示为优点。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）或者也可以把所有五行的优劣都显示出来，让用户自己对照着看。（待定）</a:t>
            </a:r>
            <a:endParaRPr lang="en-US" altLang="zh-CN" sz="20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b="1" dirty="0"/>
              <a:t>喜忌使用：</a:t>
            </a:r>
            <a:r>
              <a:rPr lang="zh-CN" altLang="en-US" sz="2000" dirty="0"/>
              <a:t>颜色、方位、晶石种类等</a:t>
            </a:r>
            <a:endParaRPr lang="en-US" altLang="zh-CN" sz="20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b="1" dirty="0"/>
              <a:t>乙巳剧本：</a:t>
            </a:r>
            <a:r>
              <a:rPr lang="zh-CN" altLang="en-US" sz="2000" dirty="0"/>
              <a:t>流年断语</a:t>
            </a:r>
            <a:endParaRPr lang="en-US" altLang="zh-CN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193" y="380828"/>
            <a:ext cx="2540110" cy="26392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25518" y="777764"/>
            <a:ext cx="10720552" cy="1965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运行环境：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客户自有</a:t>
            </a:r>
            <a:r>
              <a:rPr lang="en-US" altLang="zh-CN" sz="2800" dirty="0"/>
              <a:t>app</a:t>
            </a:r>
            <a:r>
              <a:rPr lang="zh-CN" altLang="en-US" sz="2800" dirty="0"/>
              <a:t>（请提供相应的方案及需求，包含但不限于需要客户</a:t>
            </a:r>
            <a:r>
              <a:rPr lang="en-US" altLang="zh-CN" sz="2800" dirty="0"/>
              <a:t>APP</a:t>
            </a:r>
            <a:r>
              <a:rPr lang="zh-CN" altLang="en-US" sz="2800" dirty="0"/>
              <a:t>的各种参数）</a:t>
            </a:r>
            <a:endParaRPr lang="zh-CN" altLang="en-US" sz="2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FkZTU4ZWFlNGM1NDIzOGU5OGRmMzFjMmZlYjA2Nz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1522</Words>
  <Application>WPS 演示</Application>
  <PresentationFormat>宽屏</PresentationFormat>
  <Paragraphs>89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 zhao</dc:creator>
  <cp:lastModifiedBy>WPS_1663668480</cp:lastModifiedBy>
  <cp:revision>14</cp:revision>
  <dcterms:created xsi:type="dcterms:W3CDTF">2024-12-02T04:56:00Z</dcterms:created>
  <dcterms:modified xsi:type="dcterms:W3CDTF">2024-12-12T09:09:26Z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9B35195DB69340E6AFEBD1D29AA048BE_13</vt:lpwstr>
  </property>
  <property fmtid="{D5CDD505-2E9C-101B-9397-08002B2CF9AE}" pid="3" name="KSOProductBuildVer">
    <vt:lpwstr>2052-12.1.0.19302</vt:lpwstr>
  </property>
</Properties>
</file>