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8" r:id="rId3"/>
    <p:sldId id="261" r:id="rId4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78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AAAC4-7D5C-4A1A-885B-92BCBEA76CA0}" type="datetimeFigureOut">
              <a:rPr lang="zh-CN" altLang="en-US" smtClean="0"/>
              <a:t>2024/12/13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C0C99-0D61-4DC9-8FF8-4D07EFCE15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25214" y="998483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第四页：排盘输出页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25214" y="1855131"/>
            <a:ext cx="736775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/>
              <a:t>排盘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1F8454-B6FC-5161-2DED-BCFC629FAF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9" r="13583" b="30924"/>
          <a:stretch/>
        </p:blipFill>
        <p:spPr>
          <a:xfrm>
            <a:off x="6810462" y="871843"/>
            <a:ext cx="4298731" cy="56193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B0CE621-C26B-B2C3-D66C-D1E28A9E2883}"/>
              </a:ext>
            </a:extLst>
          </p:cNvPr>
          <p:cNvSpPr txBox="1"/>
          <p:nvPr/>
        </p:nvSpPr>
        <p:spPr>
          <a:xfrm>
            <a:off x="5643815" y="6121853"/>
            <a:ext cx="116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F885DCD-2CCD-E989-1093-3B1DD1BC07B9}"/>
              </a:ext>
            </a:extLst>
          </p:cNvPr>
          <p:cNvSpPr txBox="1"/>
          <p:nvPr/>
        </p:nvSpPr>
        <p:spPr>
          <a:xfrm>
            <a:off x="987973" y="2579985"/>
            <a:ext cx="4298731" cy="2806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本图主要显示经过个人命局中基本排盘，</a:t>
            </a:r>
            <a:r>
              <a:rPr lang="zh-CN" altLang="en-US" sz="2400" b="1" dirty="0">
                <a:solidFill>
                  <a:srgbClr val="FF0000"/>
                </a:solidFill>
              </a:rPr>
              <a:t>只显示四柱八字的天干地支，其他都不要了。但需要有一些好玩好看的视觉设计。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15007" y="255656"/>
            <a:ext cx="8544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第四页：排盘页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15007" y="1279779"/>
            <a:ext cx="7367752" cy="5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2. </a:t>
            </a:r>
            <a:r>
              <a:rPr lang="zh-CN" altLang="en-US" sz="2400" dirty="0"/>
              <a:t>生克图</a:t>
            </a:r>
            <a:endParaRPr lang="en-US" altLang="zh-CN" sz="24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470"/>
          <a:stretch/>
        </p:blipFill>
        <p:spPr>
          <a:xfrm>
            <a:off x="6453209" y="1651873"/>
            <a:ext cx="4782350" cy="355425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DFE4734-81F7-58C5-E135-5CF8DC9671E2}"/>
              </a:ext>
            </a:extLst>
          </p:cNvPr>
          <p:cNvSpPr txBox="1"/>
          <p:nvPr/>
        </p:nvSpPr>
        <p:spPr>
          <a:xfrm>
            <a:off x="7787926" y="6177688"/>
            <a:ext cx="1166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参考图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7F222E-6F3F-725C-D29A-D95AF0F5BE90}"/>
              </a:ext>
            </a:extLst>
          </p:cNvPr>
          <p:cNvSpPr txBox="1"/>
          <p:nvPr/>
        </p:nvSpPr>
        <p:spPr>
          <a:xfrm>
            <a:off x="956441" y="2133600"/>
            <a:ext cx="4298731" cy="1698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本图主要显示经过计算后，个人命局中五行占比，并做为最终内容输出的依据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4EB95B0-83A9-6866-53FE-14667E6D7907}"/>
              </a:ext>
            </a:extLst>
          </p:cNvPr>
          <p:cNvCxnSpPr/>
          <p:nvPr/>
        </p:nvCxnSpPr>
        <p:spPr>
          <a:xfrm flipV="1">
            <a:off x="1229710" y="378372"/>
            <a:ext cx="8177049" cy="589630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7ED621A-B7F2-4286-4EEA-D29DDBC448DE}"/>
              </a:ext>
            </a:extLst>
          </p:cNvPr>
          <p:cNvCxnSpPr>
            <a:cxnSpLocks/>
          </p:cNvCxnSpPr>
          <p:nvPr/>
        </p:nvCxnSpPr>
        <p:spPr>
          <a:xfrm>
            <a:off x="2351572" y="378372"/>
            <a:ext cx="8253224" cy="5896304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FkZTU4ZWFlNGM1NDIzOGU5OGRmMzFjMmZlYjA2Nz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84</Words>
  <Application>Microsoft Office PowerPoint</Application>
  <PresentationFormat>宽屏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1_Office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 zhao</dc:creator>
  <cp:lastModifiedBy>nan zhao</cp:lastModifiedBy>
  <cp:revision>17</cp:revision>
  <dcterms:created xsi:type="dcterms:W3CDTF">2024-12-02T04:56:00Z</dcterms:created>
  <dcterms:modified xsi:type="dcterms:W3CDTF">2024-12-13T07:32:57Z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B6F504AE6E7948B59D6C3FCCE7CD9327_13</vt:lpwstr>
  </property>
  <property fmtid="{D5CDD505-2E9C-101B-9397-08002B2CF9AE}" pid="3" name="KSOProductBuildVer">
    <vt:lpwstr>2052-12.1.0.16417</vt:lpwstr>
  </property>
</Properties>
</file>